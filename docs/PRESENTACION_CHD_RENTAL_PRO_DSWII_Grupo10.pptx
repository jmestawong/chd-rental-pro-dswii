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al grupo, el curso y el objetivo: exponer el proceso de alquiler como servicios web REST seguros y publicados en la nube.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Resumir el diagrama de causas del informe (figuras 1 a 3): baja eficiencia, duplicidad y pérdida de trazabilidad.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Oportunidad: más demanda por la inversión minera y una brecha digital en pymes. Amenazas: conflictos que paralizan unidades y exigencias legales sobre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en vivo el login en Swagger o Postman contra la URL de Render, y luego un login con clave incorrecta (401).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plan gratuito de Render suspende el servicio si no se usa: abrir la URL unos minutos antes de sustentar.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en vivo: login en la URL de Render, panel de inicio y registro de un contrato con la vista previa del IGV.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nnyfer\AppData\Local\Temp\claude\C--Users-Jennyfer-Desktop-Proyecto-aplicaciones-web\f2e9f766-196c-42af-8060-d087df4f5bb1\scratchpad\informe\word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417320" cy="914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828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CH&amp;D RENTAL PRO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651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web REST para la gestión del alquiler de camionetas 4x4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461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· Spring Data JPA · Lombok · Spring Security (BCrypt + JWT) · PostgreSQL · Render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5720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de Servicios Web II (4698) · Sexto ciclo · 2026-II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10 · Coordinador: Barreda Puma, Fernando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Mesta Wong, Jennyfer · Roman Quispe, César · Sihuincha Angelino, Vladimir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CH&amp;D Rental Pro · DSWII · Grupo 10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CH&amp;D CONTRATISTAS S.A.C. alquila camionetas 4x4 a mineras y constructoras en Áncash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685800" cy="68580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057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Flota sin visibilidad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5603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sabía en tiempo real qué unidad estaba disponible, alquilada o en taller.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103120"/>
            <a:ext cx="685800" cy="68580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2057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Doble asignación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5603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camioneta podía comprometerse en dos periodos que se cruzaban.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51960"/>
            <a:ext cx="685800" cy="68580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251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4206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Cálculos manuales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47091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Días, subtotal, IGV y total se calculaban a mano, con riesgo de error.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251960"/>
            <a:ext cx="685800" cy="68580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4251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4206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débil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47091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Contraseñas con MD5, sin permisos por perfil y sistema solo en una PC local.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CH&amp;D Rental Pro · DSWII · Grupo 10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SEPTE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variables del entorno, con fuentes oficiales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03120" cy="420624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Económica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US$ 252,5 M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1188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minera en Áncash, ene–may 2026 (MINEM)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07208" y="1783080"/>
            <a:ext cx="2103120" cy="420624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90088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990088" y="2560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2990088" y="361188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conflictos sociales reportados en mayo 2026 (Defensoría)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65776" y="1783080"/>
            <a:ext cx="2103120" cy="420624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48656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Política-legal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248656" y="2560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29733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61188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protección de datos personales: exige proteger credenciales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24344" y="1783080"/>
            <a:ext cx="2103120" cy="420624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07224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Tecnológica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507224" y="2560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54 %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7507224" y="361188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de madurez digital; MYPE hasta 48 % (PRODUCE)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582912" y="1783080"/>
            <a:ext cx="2103120" cy="420624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65792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Ecológica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65792" y="2560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LMP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9765792" y="361188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límites de emisiones y revisión técnica de la flota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CH&amp;D Rental Pro · DSWII · Grupo 10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SMART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Medibles y con plazo: semana 14 del ciclo 2026-II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61872"/>
          </a:xfrm>
          <a:prstGeom prst="roundRect">
            <a:avLst>
              <a:gd name="adj" fmla="val 869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731520" cy="73152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96596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REST con BCrypt y 30 servicios GET/POST/PUT/DELETE publicados en la nube, con 100 % de respuestas esperadas.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19659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7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Cumplido: 35/35 solicitudes en Render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1064240" cy="1261872"/>
          </a:xfrm>
          <a:prstGeom prst="roundRect">
            <a:avLst>
              <a:gd name="adj" fmla="val 869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520440"/>
            <a:ext cx="731520" cy="73152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520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342900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automáticas de insertar, actualizar, eliminar y listar para las 6 entidades, con 100 % aprobadas.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3429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7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Cumplido: 42/42 pruebas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64240" cy="1261872"/>
          </a:xfrm>
          <a:prstGeom prst="roundRect">
            <a:avLst>
              <a:gd name="adj" fmla="val 869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983480"/>
            <a:ext cx="731520" cy="73152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983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489204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contratos con fechas cruzadas y cero importes manuales en el primer mes del piloto.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4892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7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activa: responde 409 Conflict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CH&amp;D Rental Pro · DSWII · Grupo 10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 y beneficiarios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Aporte a la empresa, a las personas y a la sociedad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Gerencia: estado de la flota en línea (solo lectura)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Operadores: contratos y mantenimientos con validación automática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 de pagos: comprobantes por contrato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10: experiencia con Spring y la nube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Indirectos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5603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mineros y constructores: sin cruces de reservas e importes correctos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Talleres y proveedores: mantenimientos programados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Comunidad: unidades con mantenimiento y documentos vigentes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CH&amp;D Rental Pro · DSWII · Grupo 10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por capas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solicitud pasa por seguridad, controlador, servicio y repositorio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691640" cy="1737360"/>
          </a:xfrm>
          <a:prstGeom prst="roundRect">
            <a:avLst>
              <a:gd name="adj" fmla="val 648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2331720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880360"/>
            <a:ext cx="1472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Postman · Swagger · Front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221992" y="265176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423160" y="2103120"/>
            <a:ext cx="1691640" cy="1737360"/>
          </a:xfrm>
          <a:prstGeom prst="roundRect">
            <a:avLst>
              <a:gd name="adj" fmla="val 6486"/>
            </a:avLst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32888" y="2331720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2532888" y="2880360"/>
            <a:ext cx="1472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5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 JWT + roles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265176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297680" y="2103120"/>
            <a:ext cx="1691640" cy="1737360"/>
          </a:xfrm>
          <a:prstGeom prst="roundRect">
            <a:avLst>
              <a:gd name="adj" fmla="val 648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07408" y="2331720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407408" y="2880360"/>
            <a:ext cx="1472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@RestController + @Valid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71032" y="265176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172200" y="2103120"/>
            <a:ext cx="1691640" cy="1737360"/>
          </a:xfrm>
          <a:prstGeom prst="roundRect">
            <a:avLst>
              <a:gd name="adj" fmla="val 648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81928" y="2331720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281928" y="2880360"/>
            <a:ext cx="1472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· @Transactional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845552" y="265176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8046720" y="2103120"/>
            <a:ext cx="1691640" cy="1737360"/>
          </a:xfrm>
          <a:prstGeom prst="roundRect">
            <a:avLst>
              <a:gd name="adj" fmla="val 648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56448" y="2331720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156448" y="2880360"/>
            <a:ext cx="1472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Data JPA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720072" y="265176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9921240" y="2103120"/>
            <a:ext cx="1691640" cy="1737360"/>
          </a:xfrm>
          <a:prstGeom prst="roundRect">
            <a:avLst>
              <a:gd name="adj" fmla="val 6486"/>
            </a:avLst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30968" y="2331720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0030968" y="2880360"/>
            <a:ext cx="1472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5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(nube)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297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Buenas prácticas: </a:t>
            </a:r>
            <a:pPr indent="0" marL="0">
              <a:buNone/>
            </a:pPr>
            <a:r>
              <a:rPr lang="en-US" sz="16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DTO, inyección por constructor (Lombok), servicios con interfaz e implementación, manejo centralizado de errores (@RestControllerAdvice) y configuración por variables de entorno.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Paquetes: entity · repository · dto · service · controller · security · exception · config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CH&amp;D Rental Pro · DSWII · Grupo 10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 REST de login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/api/auth/login · usuario y password en la base de datos, cifrado con BCryptPasswordEncoder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94360" cy="59436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830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 envía email y contraseña en JSON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94360" cy="59436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6517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Security busca al usuario en la tabla usuarios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594360" cy="59436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520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5204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compara la clave con el hash $2a$10$… guardado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594360" cy="59436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89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3891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coincide, responde 200 con un token JWT (1 hora)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594360" cy="59436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57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578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clave errónea o sin token responde 401</a:t>
            </a:r>
            <a:endParaRPr lang="en-US" sz="1500" dirty="0"/>
          </a:p>
        </p:txBody>
      </p:sp>
      <p:pic>
        <p:nvPicPr>
          <p:cNvPr id="19" name="Image 0" descr="C:\Users\Jennyfer\AppData\Local\Temp\claude\C--Users-Jennyfer-Desktop-Proyecto-aplicaciones-web\f2e9f766-196c-42af-8060-d087df4f5bb1\scratchpad\evid\png_nube\E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783080"/>
            <a:ext cx="5486400" cy="2350839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CH&amp;D Rental Pro · DSWII · Grupo 10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GET, POST, PUT y DELETE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recursos × 5 operaciones = 30 servicios, todos con datos en PostgreSQL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7498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468880"/>
                <a:gridCol w="2286000"/>
                <a:gridCol w="15544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Ruta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Acción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76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/api/{recurso}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Listar (con filtros)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176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/api/{recurso}/{id}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Obtener uno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 / 404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26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/api/{recurso}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Registrar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 / 400 / 409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5FB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/api/{recurso}/{id}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Actualizar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 / 400 / 409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423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DELETE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/api/{recurso}/{id}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Eliminar (solo ADMIN)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 / 403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783080"/>
            <a:ext cx="3200400" cy="4023360"/>
          </a:xfrm>
          <a:prstGeom prst="roundRect">
            <a:avLst>
              <a:gd name="adj" fmla="val 342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9659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3063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CRUD + login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41080" y="37490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· vehículos · contratos · pagos · mantenimientos · usuarios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CH&amp;D Rental Pro · DSWII · Grupo 10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negocio en el servidor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 no puede alterar importes ni saltarse validaciones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IGV y totales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× tarifa del vehículo = subtotal; IGV 18 %; total. El cliente no envía importes.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Cruce de fechas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5146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vehículo ya tiene un contrato vigente en esas fechas, responde 409 Conflict.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la flota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6634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activo → ALQUILADO; mantenimiento abierto → MANTENIMIENTO; al cerrar vuelve a DISPONIBLE.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393192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Integridad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6634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RUC, placa, email y comprobante únicos; placa, marca y modelo no se editan.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CH&amp;D Rental Pro · DSWII · Grupo 10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Publicado en la nube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https://chd-rental-api.onrender.com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5852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5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Render: servicio web Docker + PostgreSQL administrado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5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con render.yaml (Blueprint) desde GitHub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5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de entorno: DATABASE_URL, JWT_SECRET, ADMIN_PASSWORD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5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 UI en /swagger-ui.html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5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/actuator/health → {"status":"UP"}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5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También listo para Heroku: Procfile, system.properties y app.json</a:t>
            </a:r>
            <a:endParaRPr lang="en-US" sz="1600" dirty="0"/>
          </a:p>
        </p:txBody>
      </p:sp>
      <p:pic>
        <p:nvPicPr>
          <p:cNvPr id="5" name="Image 0" descr="C:\Users\Jennyfer\AppData\Local\Temp\claude\C--Users-Jennyfer-Desktop-Proyecto-aplicaciones-web\f2e9f766-196c-42af-8060-d087df4f5bb1\scratchpad\evid\png_nube\S01_swag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143000"/>
            <a:ext cx="4937760" cy="42433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CH&amp;D Rental Pro · DSWII · Grupo 10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web en la misma URL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 los mismos servicios REST: login, panel y gestión de los seis recursos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931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con JWT y aviso si el servidor está despertando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con indicadores de la flota y alertas de SOAT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Registrar, editar y eliminar desde formularios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previa del IGV al crear contratos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Opciones según el rol y modo oscuro</a:t>
            </a:r>
            <a:endParaRPr lang="en-US" sz="1600" dirty="0"/>
          </a:p>
        </p:txBody>
      </p:sp>
      <p:pic>
        <p:nvPicPr>
          <p:cNvPr id="5" name="Image 0" descr="C:\Users\Jennyfer\AppData\Local\Temp\claude\C--Users-Jennyfer-Desktop-Proyecto-aplicaciones-web\f2e9f766-196c-42af-8060-d087df4f5bb1\scratchpad\evid\png_ui\W02_inic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783080"/>
            <a:ext cx="6858000" cy="38557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CH&amp;D Rental Pro · DSWII · Grupo 10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Evidencia: colección Postman en la nube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Ejecutada con Newman contra la URL de Render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926080" cy="1280160"/>
          </a:xfrm>
          <a:prstGeom prst="roundRect">
            <a:avLst>
              <a:gd name="adj" fmla="val 857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solicitudes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2926080" cy="1280160"/>
          </a:xfrm>
          <a:prstGeom prst="roundRect">
            <a:avLst>
              <a:gd name="adj" fmla="val 857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3375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069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validaciones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2926080" cy="1280160"/>
          </a:xfrm>
          <a:prstGeom prst="roundRect">
            <a:avLst>
              <a:gd name="adj" fmla="val 8571"/>
            </a:avLst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8006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17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532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fallas</a:t>
            </a:r>
            <a:endParaRPr lang="en-US" sz="1500" dirty="0"/>
          </a:p>
        </p:txBody>
      </p:sp>
      <p:pic>
        <p:nvPicPr>
          <p:cNvPr id="13" name="Image 0" descr="C:\Users\Jennyfer\AppData\Local\Temp\claude\C--Users-Jennyfer-Desktop-Proyecto-aplicaciones-web\f2e9f766-196c-42af-8060-d087df4f5bb1\scratchpad\evid\png_nube\P04_repor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7643" y="1783080"/>
            <a:ext cx="5618074" cy="438912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CH&amp;D Rental Pro · DSWII · Grupo 10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de la capa de acceso a datos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@DataJpaTest sobre H2 en modo PostgreSQL · se ejecutan con mvn test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7665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188720"/>
                <a:gridCol w="1188720"/>
                <a:gridCol w="11887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Entidad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Insertar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Actualizar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Eliminar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Listar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6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176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176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176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176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6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Vehículo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176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176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176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176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6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Usuario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176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176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176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176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6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176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176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176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176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6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176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176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176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176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6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Mantenimiento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176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176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176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176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83080"/>
            <a:ext cx="3840480" cy="3840480"/>
          </a:xfrm>
          <a:prstGeom prst="roundRect">
            <a:avLst>
              <a:gd name="adj" fmla="val 285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55280" y="20116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17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/ 42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3017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aprobadas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36576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de capa de datos · 14 de servicios REST y seguridad · 2 de cálculo de importes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CH&amp;D Rental Pro · DSWII · Grupo 10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Demostración en vivo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la URL de Render, con Postman o Swagger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830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con admin → token JWT; login con clave errónea → 401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231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de vehículos y POST de un cliente nuevo (201)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0632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del cliente (200) y DELETE (204); GET posterior → 404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0332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de contrato: IGV y total calculados; mismo vehículo y fechas → 409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502920" cy="50292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434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con rol OPERADOR → 403 (solo ADMIN elimina)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9834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web: login, panel y registro de contrato desde el navegador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48640" y="5623560"/>
            <a:ext cx="502920" cy="50292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56235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mvn test: 42 pruebas en verde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CH&amp;D Rental Pro · DSWII · Grupo 10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recomendaciones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4884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servicios REST en la nube dan información en tiempo real y reutilizable desde cualquier canal.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BCrypt, JWT y roles corrigen la debilidad del sistema anterior (MD5) y cumplen la Ley 29733.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reglas en el servidor y 42 pruebas eliminan cálculos manuales y la doble asignación.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6364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0" y="1554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14884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todo por variables de entorno desde el inicio, sin claves en el código.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Escribir las pruebas de la capa de datos junto con cada entidad.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 etapa: app móvil para conductores, paginación y alertas de SOAT por correo.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CH&amp;D Rental Pro · DSWII · Grupo 10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API: https://chd-rental-api.onrender.com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Swagger: https://chd-rental-api.onrender.com/swagger-ui.html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Código: github.com/jmestawong/CHD-RENTAL-PRO-DSWII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CH&amp;D Rental Pro · DSWII · Grupo 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CH&amp;D Rental Pro - Servicios Web REST</dc:title>
  <dc:subject>PptxGenJS Presentation</dc:subject>
  <dc:creator>Grupo 10 - CIBERTEC</dc:creator>
  <cp:lastModifiedBy>Grupo 10 - CIBERTEC</cp:lastModifiedBy>
  <cp:revision>1</cp:revision>
  <dcterms:created xsi:type="dcterms:W3CDTF">2026-10-22T00:39:23Z</dcterms:created>
  <dcterms:modified xsi:type="dcterms:W3CDTF">2026-10-22T00:39:23Z</dcterms:modified>
</cp:coreProperties>
</file>